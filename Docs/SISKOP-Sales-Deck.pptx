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ky elaristiawan" userId="0547cbb02eb4f424" providerId="LiveId" clId="{74787481-12C9-4D14-909A-7C7CF3CAF5B1}"/>
    <pc:docChg chg="custSel modSld">
      <pc:chgData name="rizky elaristiawan" userId="0547cbb02eb4f424" providerId="LiveId" clId="{74787481-12C9-4D14-909A-7C7CF3CAF5B1}" dt="2026-07-22T07:46:50.313" v="45" actId="22"/>
      <pc:docMkLst>
        <pc:docMk/>
      </pc:docMkLst>
      <pc:sldChg chg="addSp delSp modSp mod">
        <pc:chgData name="rizky elaristiawan" userId="0547cbb02eb4f424" providerId="LiveId" clId="{74787481-12C9-4D14-909A-7C7CF3CAF5B1}" dt="2026-07-22T07:45:29.533" v="6" actId="1076"/>
        <pc:sldMkLst>
          <pc:docMk/>
          <pc:sldMk cId="0" sldId="256"/>
        </pc:sldMkLst>
        <pc:picChg chg="del">
          <ac:chgData name="rizky elaristiawan" userId="0547cbb02eb4f424" providerId="LiveId" clId="{74787481-12C9-4D14-909A-7C7CF3CAF5B1}" dt="2026-07-22T07:44:26.255" v="2" actId="478"/>
          <ac:picMkLst>
            <pc:docMk/>
            <pc:sldMk cId="0" sldId="256"/>
            <ac:picMk id="9" creationId="{00000000-0000-0000-0000-000000000000}"/>
          </ac:picMkLst>
        </pc:picChg>
        <pc:picChg chg="add mod">
          <ac:chgData name="rizky elaristiawan" userId="0547cbb02eb4f424" providerId="LiveId" clId="{74787481-12C9-4D14-909A-7C7CF3CAF5B1}" dt="2026-07-22T07:45:29.533" v="6" actId="1076"/>
          <ac:picMkLst>
            <pc:docMk/>
            <pc:sldMk cId="0" sldId="256"/>
            <ac:picMk id="12" creationId="{47768C7F-6CE8-DA13-20C7-DE3B2DEA94FC}"/>
          </ac:picMkLst>
        </pc:picChg>
      </pc:sldChg>
      <pc:sldChg chg="addSp mod">
        <pc:chgData name="rizky elaristiawan" userId="0547cbb02eb4f424" providerId="LiveId" clId="{74787481-12C9-4D14-909A-7C7CF3CAF5B1}" dt="2026-07-22T07:45:37.419" v="7" actId="22"/>
        <pc:sldMkLst>
          <pc:docMk/>
          <pc:sldMk cId="0" sldId="257"/>
        </pc:sldMkLst>
        <pc:picChg chg="add">
          <ac:chgData name="rizky elaristiawan" userId="0547cbb02eb4f424" providerId="LiveId" clId="{74787481-12C9-4D14-909A-7C7CF3CAF5B1}" dt="2026-07-22T07:45:37.419" v="7" actId="22"/>
          <ac:picMkLst>
            <pc:docMk/>
            <pc:sldMk cId="0" sldId="257"/>
            <ac:picMk id="27" creationId="{2D619ED7-3F20-51F8-0C57-37C3FD0D18D9}"/>
          </ac:picMkLst>
        </pc:picChg>
      </pc:sldChg>
      <pc:sldChg chg="addSp mod">
        <pc:chgData name="rizky elaristiawan" userId="0547cbb02eb4f424" providerId="LiveId" clId="{74787481-12C9-4D14-909A-7C7CF3CAF5B1}" dt="2026-07-22T07:45:40.267" v="8" actId="22"/>
        <pc:sldMkLst>
          <pc:docMk/>
          <pc:sldMk cId="0" sldId="258"/>
        </pc:sldMkLst>
        <pc:picChg chg="add">
          <ac:chgData name="rizky elaristiawan" userId="0547cbb02eb4f424" providerId="LiveId" clId="{74787481-12C9-4D14-909A-7C7CF3CAF5B1}" dt="2026-07-22T07:45:40.267" v="8" actId="22"/>
          <ac:picMkLst>
            <pc:docMk/>
            <pc:sldMk cId="0" sldId="258"/>
            <ac:picMk id="24" creationId="{4464EA07-C775-AA78-45F0-05085B745159}"/>
          </ac:picMkLst>
        </pc:picChg>
      </pc:sldChg>
      <pc:sldChg chg="addSp delSp modSp mod">
        <pc:chgData name="rizky elaristiawan" userId="0547cbb02eb4f424" providerId="LiveId" clId="{74787481-12C9-4D14-909A-7C7CF3CAF5B1}" dt="2026-07-22T07:45:41.979" v="9" actId="22"/>
        <pc:sldMkLst>
          <pc:docMk/>
          <pc:sldMk cId="0" sldId="259"/>
        </pc:sldMkLst>
        <pc:spChg chg="del">
          <ac:chgData name="rizky elaristiawan" userId="0547cbb02eb4f424" providerId="LiveId" clId="{74787481-12C9-4D14-909A-7C7CF3CAF5B1}" dt="2026-07-22T07:28:27.820" v="0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rizky elaristiawan" userId="0547cbb02eb4f424" providerId="LiveId" clId="{74787481-12C9-4D14-909A-7C7CF3CAF5B1}" dt="2026-07-22T07:28:27.820" v="0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rizky elaristiawan" userId="0547cbb02eb4f424" providerId="LiveId" clId="{74787481-12C9-4D14-909A-7C7CF3CAF5B1}" dt="2026-07-22T07:28:27.820" v="0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rizky elaristiawan" userId="0547cbb02eb4f424" providerId="LiveId" clId="{74787481-12C9-4D14-909A-7C7CF3CAF5B1}" dt="2026-07-22T07:28:27.820" v="0" actId="478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rizky elaristiawan" userId="0547cbb02eb4f424" providerId="LiveId" clId="{74787481-12C9-4D14-909A-7C7CF3CAF5B1}" dt="2026-07-22T07:28:52.303" v="1" actId="1076"/>
          <ac:spMkLst>
            <pc:docMk/>
            <pc:sldMk cId="0" sldId="259"/>
            <ac:spMk id="28" creationId="{00000000-0000-0000-0000-000000000000}"/>
          </ac:spMkLst>
        </pc:spChg>
        <pc:picChg chg="del">
          <ac:chgData name="rizky elaristiawan" userId="0547cbb02eb4f424" providerId="LiveId" clId="{74787481-12C9-4D14-909A-7C7CF3CAF5B1}" dt="2026-07-22T07:28:27.820" v="0" actId="478"/>
          <ac:picMkLst>
            <pc:docMk/>
            <pc:sldMk cId="0" sldId="259"/>
            <ac:picMk id="6" creationId="{00000000-0000-0000-0000-000000000000}"/>
          </ac:picMkLst>
        </pc:picChg>
        <pc:picChg chg="add">
          <ac:chgData name="rizky elaristiawan" userId="0547cbb02eb4f424" providerId="LiveId" clId="{74787481-12C9-4D14-909A-7C7CF3CAF5B1}" dt="2026-07-22T07:45:41.979" v="9" actId="22"/>
          <ac:picMkLst>
            <pc:docMk/>
            <pc:sldMk cId="0" sldId="259"/>
            <ac:picMk id="32" creationId="{EB0C8F06-B2B3-798C-A9D9-DA83987E8C45}"/>
          </ac:picMkLst>
        </pc:picChg>
      </pc:sldChg>
      <pc:sldChg chg="addSp mod">
        <pc:chgData name="rizky elaristiawan" userId="0547cbb02eb4f424" providerId="LiveId" clId="{74787481-12C9-4D14-909A-7C7CF3CAF5B1}" dt="2026-07-22T07:45:43.729" v="10" actId="22"/>
        <pc:sldMkLst>
          <pc:docMk/>
          <pc:sldMk cId="0" sldId="260"/>
        </pc:sldMkLst>
        <pc:picChg chg="add">
          <ac:chgData name="rizky elaristiawan" userId="0547cbb02eb4f424" providerId="LiveId" clId="{74787481-12C9-4D14-909A-7C7CF3CAF5B1}" dt="2026-07-22T07:45:43.729" v="10" actId="22"/>
          <ac:picMkLst>
            <pc:docMk/>
            <pc:sldMk cId="0" sldId="260"/>
            <ac:picMk id="37" creationId="{444EC627-D031-BFE8-F056-05D1DDC38466}"/>
          </ac:picMkLst>
        </pc:picChg>
      </pc:sldChg>
      <pc:sldChg chg="addSp mod">
        <pc:chgData name="rizky elaristiawan" userId="0547cbb02eb4f424" providerId="LiveId" clId="{74787481-12C9-4D14-909A-7C7CF3CAF5B1}" dt="2026-07-22T07:45:45.431" v="11" actId="22"/>
        <pc:sldMkLst>
          <pc:docMk/>
          <pc:sldMk cId="0" sldId="261"/>
        </pc:sldMkLst>
        <pc:picChg chg="add">
          <ac:chgData name="rizky elaristiawan" userId="0547cbb02eb4f424" providerId="LiveId" clId="{74787481-12C9-4D14-909A-7C7CF3CAF5B1}" dt="2026-07-22T07:45:45.431" v="11" actId="22"/>
          <ac:picMkLst>
            <pc:docMk/>
            <pc:sldMk cId="0" sldId="261"/>
            <ac:picMk id="17" creationId="{EDF52103-B58E-5AB0-0E36-0ECC185CCDF4}"/>
          </ac:picMkLst>
        </pc:picChg>
      </pc:sldChg>
      <pc:sldChg chg="addSp mod">
        <pc:chgData name="rizky elaristiawan" userId="0547cbb02eb4f424" providerId="LiveId" clId="{74787481-12C9-4D14-909A-7C7CF3CAF5B1}" dt="2026-07-22T07:45:47.568" v="12" actId="22"/>
        <pc:sldMkLst>
          <pc:docMk/>
          <pc:sldMk cId="0" sldId="262"/>
        </pc:sldMkLst>
        <pc:picChg chg="add">
          <ac:chgData name="rizky elaristiawan" userId="0547cbb02eb4f424" providerId="LiveId" clId="{74787481-12C9-4D14-909A-7C7CF3CAF5B1}" dt="2026-07-22T07:45:47.568" v="12" actId="22"/>
          <ac:picMkLst>
            <pc:docMk/>
            <pc:sldMk cId="0" sldId="262"/>
            <ac:picMk id="30" creationId="{4C32526F-1496-24C6-4722-2078180C18CF}"/>
          </ac:picMkLst>
        </pc:picChg>
      </pc:sldChg>
      <pc:sldChg chg="addSp mod">
        <pc:chgData name="rizky elaristiawan" userId="0547cbb02eb4f424" providerId="LiveId" clId="{74787481-12C9-4D14-909A-7C7CF3CAF5B1}" dt="2026-07-22T07:45:49.924" v="13" actId="22"/>
        <pc:sldMkLst>
          <pc:docMk/>
          <pc:sldMk cId="0" sldId="263"/>
        </pc:sldMkLst>
        <pc:picChg chg="add">
          <ac:chgData name="rizky elaristiawan" userId="0547cbb02eb4f424" providerId="LiveId" clId="{74787481-12C9-4D14-909A-7C7CF3CAF5B1}" dt="2026-07-22T07:45:49.924" v="13" actId="22"/>
          <ac:picMkLst>
            <pc:docMk/>
            <pc:sldMk cId="0" sldId="263"/>
            <ac:picMk id="37" creationId="{603C8FF7-AA3B-2B13-4FC5-10FF01D5A26D}"/>
          </ac:picMkLst>
        </pc:picChg>
      </pc:sldChg>
      <pc:sldChg chg="addSp mod">
        <pc:chgData name="rizky elaristiawan" userId="0547cbb02eb4f424" providerId="LiveId" clId="{74787481-12C9-4D14-909A-7C7CF3CAF5B1}" dt="2026-07-22T07:45:52.103" v="14" actId="22"/>
        <pc:sldMkLst>
          <pc:docMk/>
          <pc:sldMk cId="0" sldId="264"/>
        </pc:sldMkLst>
        <pc:picChg chg="add">
          <ac:chgData name="rizky elaristiawan" userId="0547cbb02eb4f424" providerId="LiveId" clId="{74787481-12C9-4D14-909A-7C7CF3CAF5B1}" dt="2026-07-22T07:45:52.103" v="14" actId="22"/>
          <ac:picMkLst>
            <pc:docMk/>
            <pc:sldMk cId="0" sldId="264"/>
            <ac:picMk id="18" creationId="{6DA1203C-02FD-F3A5-C231-9797E47CCBD0}"/>
          </ac:picMkLst>
        </pc:picChg>
      </pc:sldChg>
      <pc:sldChg chg="addSp mod">
        <pc:chgData name="rizky elaristiawan" userId="0547cbb02eb4f424" providerId="LiveId" clId="{74787481-12C9-4D14-909A-7C7CF3CAF5B1}" dt="2026-07-22T07:45:54.120" v="15" actId="22"/>
        <pc:sldMkLst>
          <pc:docMk/>
          <pc:sldMk cId="0" sldId="265"/>
        </pc:sldMkLst>
        <pc:picChg chg="add">
          <ac:chgData name="rizky elaristiawan" userId="0547cbb02eb4f424" providerId="LiveId" clId="{74787481-12C9-4D14-909A-7C7CF3CAF5B1}" dt="2026-07-22T07:45:54.120" v="15" actId="22"/>
          <ac:picMkLst>
            <pc:docMk/>
            <pc:sldMk cId="0" sldId="265"/>
            <ac:picMk id="29" creationId="{3B1BB77A-CF4C-5F54-7092-82E1610F95B1}"/>
          </ac:picMkLst>
        </pc:picChg>
      </pc:sldChg>
      <pc:sldChg chg="addSp mod">
        <pc:chgData name="rizky elaristiawan" userId="0547cbb02eb4f424" providerId="LiveId" clId="{74787481-12C9-4D14-909A-7C7CF3CAF5B1}" dt="2026-07-22T07:46:34.956" v="16" actId="22"/>
        <pc:sldMkLst>
          <pc:docMk/>
          <pc:sldMk cId="0" sldId="266"/>
        </pc:sldMkLst>
        <pc:picChg chg="add">
          <ac:chgData name="rizky elaristiawan" userId="0547cbb02eb4f424" providerId="LiveId" clId="{74787481-12C9-4D14-909A-7C7CF3CAF5B1}" dt="2026-07-22T07:46:34.956" v="16" actId="22"/>
          <ac:picMkLst>
            <pc:docMk/>
            <pc:sldMk cId="0" sldId="266"/>
            <ac:picMk id="37" creationId="{8BBD6775-0691-76DC-4B61-4636F75117BD}"/>
          </ac:picMkLst>
        </pc:picChg>
      </pc:sldChg>
      <pc:sldChg chg="addSp modSp mod">
        <pc:chgData name="rizky elaristiawan" userId="0547cbb02eb4f424" providerId="LiveId" clId="{74787481-12C9-4D14-909A-7C7CF3CAF5B1}" dt="2026-07-22T07:46:50.313" v="45" actId="22"/>
        <pc:sldMkLst>
          <pc:docMk/>
          <pc:sldMk cId="0" sldId="267"/>
        </pc:sldMkLst>
        <pc:spChg chg="mod">
          <ac:chgData name="rizky elaristiawan" userId="0547cbb02eb4f424" providerId="LiveId" clId="{74787481-12C9-4D14-909A-7C7CF3CAF5B1}" dt="2026-07-22T07:46:45.376" v="44" actId="20577"/>
          <ac:spMkLst>
            <pc:docMk/>
            <pc:sldMk cId="0" sldId="267"/>
            <ac:spMk id="26" creationId="{00000000-0000-0000-0000-000000000000}"/>
          </ac:spMkLst>
        </pc:spChg>
        <pc:picChg chg="add">
          <ac:chgData name="rizky elaristiawan" userId="0547cbb02eb4f424" providerId="LiveId" clId="{74787481-12C9-4D14-909A-7C7CF3CAF5B1}" dt="2026-07-22T07:46:50.313" v="45" actId="22"/>
          <ac:picMkLst>
            <pc:docMk/>
            <pc:sldMk cId="0" sldId="267"/>
            <ac:picMk id="29" creationId="{1F8464E2-A5A2-2103-AAAC-CF34842934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81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SAAS UNTUK KOPERASI SIMPAN PINJAM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SISKOP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Informasi Koperasi Berbasis SaaS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Digitalisasi penuh untuk anggota, simpanan, pinjaman/pembiayaan, dan pelaporan keuangan — konvensional maupun syariah, dalam satu platform multi-tenant.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195560" y="594360"/>
            <a:ext cx="1371600" cy="13716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Inovasi Jaya Karsa   |   Sales &amp; Product Deck   |   Juli 2026</a:t>
            </a:r>
            <a:endParaRPr lang="en-US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768C7F-6CE8-DA13-20C7-DE3B2DEA9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Koperasi Masih Terjebak di Era Manual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KSP di Indonesia beroperasi dengan spreadsheet dan buku besar fisik — berikut konsekuensinya.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5820" y="19431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stoic-compassionate-tesla/mnt/outputs/icons/FaFile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1145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Inefisiensi Operasional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manual rentan error dan memakan waktu staf yang seharusnya melayani anggota.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77940" y="19431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stoic-compassionate-tesla/mnt/outputs/icons/FaEyeSla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21145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47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Kesulitan Monitoring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7432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visibilitas real-time atas kondisi keuangan koperasi bagi manajemen.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820" y="42291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sessions/stoic-compassionate-tesla/mnt/outputs/icons/FaShield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" y="44005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33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 Kepatuhan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50292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RAT dan laporan keuangan sulit disusun akurat dan tepat waktu.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977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377940" y="42291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sessions/stoic-compassionate-tesla/mnt/outputs/icons/FaBellSla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44005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33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Peringatan Dini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50292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sistem yang mendeteksi anggota mulai menunggak sebelum kredit macet.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619ED7-3F20-51F8-0C57-37C3FD0D18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Perkenalkan SISKOP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platform multi-tenant, setiap koperasi punya ruang eksklusifnya sendiri.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mendigitalisasi seluruh operasional Koperasi Simpan Pinjam — manajemen anggota, simpanan, pinjaman/pembiayaan, hingga laporan keuangan — dalam satu sistem yang saling terintegrasi.</a:t>
            </a:r>
            <a:endParaRPr lang="en-US" sz="1350" dirty="0"/>
          </a:p>
          <a:p>
            <a:pPr marL="0" indent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koperasi yang mendaftar otomatis mendapat subdomain eksklusif dan lingkungan datanya sendiri, terisolasi penuh dari koperasi lain di platform yang sama.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koperasi konvensional maupun syariah — termasuk akad Murabahah untuk pembiayaan — dalam satu produk yang sama.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92240" y="187452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0" y="1874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SISKOP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3566160" cy="658368"/>
          </a:xfrm>
          <a:prstGeom prst="roundRect">
            <a:avLst>
              <a:gd name="adj" fmla="val 4861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51776" y="33649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sessions/stoic-compassionate-tesla/mnt/outputs/icons/Fa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3470148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32461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koperasi-a.siskop.com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78040" y="4297680"/>
            <a:ext cx="3566160" cy="658368"/>
          </a:xfrm>
          <a:prstGeom prst="roundRect">
            <a:avLst>
              <a:gd name="adj" fmla="val 4861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51776" y="44165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sessions/stoic-compassionate-tesla/mnt/outputs/icons/Fa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4521708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0" y="42976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koperasi-b.siskop.com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78040" y="5349240"/>
            <a:ext cx="3566160" cy="658368"/>
          </a:xfrm>
          <a:prstGeom prst="roundRect">
            <a:avLst>
              <a:gd name="adj" fmla="val 4861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51776" y="54681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sessions/stoic-compassionate-tesla/mnt/outputs/icons/Fa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5573268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5349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koperasi-c.siskop.com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126480" y="5989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data penuh per koperasi (row-level tenantId) — anggota, transaksi, dan laporan tidak pernah tercampur antar tenant.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64EA07-C775-AA78-45F0-05085B745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Melayani Setiap Peran dalam Koperasi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akses berbasis peran (RBAC) — empat role bawaan, siap dikustomisasi.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05560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159356" y="22631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stoic-compassionate-tesla/mnt/outputs/icons/FaUserTi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666" y="24574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97000" y="32004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Koperasi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70152" y="374904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 — user, role, dan konfigurasi sistem koperasinya.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18408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372204" y="22631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sessions/stoic-compassionate-tesla/mnt/outputs/icons/FaChart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24574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09848" y="32004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883000" y="374904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laporan, dan persetujuan transaksi tertentu.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931256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85052" y="22631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sessions/stoic-compassionate-tesla/mnt/outputs/icons/FaCashRegis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362" y="245745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22696" y="32004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Teller / Pegawai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095848" y="374904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transaksi harian simpan-pinjam anggota.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44104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797900" y="22631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sessions/stoic-compassionate-tesla/mnt/outputs/icons/Fa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210" y="245745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35544" y="320040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308696" y="374904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baca untuk kebutuhan audit dan pengawasan internal.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B0C8F06-B2B3-798C-A9D9-DA83987E8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Platform, Semua Kebutuhan Operasional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modul inti yang saling terintegrasi — bukan tambal-sulam aplikasi terpisah.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9156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6044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stoic-compassionate-tesla/mnt/outputs/icons/FaTachometer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20" y="21808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9276" y="20299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3476" y="27249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Simpanan, pinjaman aktif, anggota, dan grafik tren 12 bulan — sekali lihat.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5628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82516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stoic-compassionate-tesla/mnt/outputs/icons/Fa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392" y="21808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5748" y="20299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Anggota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09948" y="27249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Pendaftaran, ID &amp; rekening otomatis, riwayat transaksi lengkap.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210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58988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sessions/stoic-compassionate-tesla/mnt/outputs/icons/FaPiggyBa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864" y="21808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2220" y="20299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Simpanan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86420" y="27249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Pokok, wajib, sukarela — setoran/penarikan real-time.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59156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6044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sessions/stoic-compassionate-tesla/mnt/outputs/icons/FaHandHoldingUs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920" y="43296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9276" y="4178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Pinjaman / Pembiayaan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33476" y="48737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Kelayakan otomatis, angsuran, dan monitoring KOL.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5628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82516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sessions/stoic-compassionate-tesla/mnt/outputs/icons/FaFileInvoiceDoll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392" y="43296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5748" y="4178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09948" y="48737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 &amp; RAT, ekspor PDF berlogo koperasi.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1210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58988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sessions/stoic-compassionate-tesla/mnt/outputs/icons/FaCog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864" y="43296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2220" y="4178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Sistem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86420" y="48737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role, permission matrix, hingga bagan akun.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44EC627-D031-BFE8-F056-05D1DDC38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Anggota &amp; Simpanan — Otomatis dari Hari Pertama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 hingga saldo real-time, tanpa entri ganda.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5820" y="21259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stoic-compassionate-tesla/mnt/outputs/icons/Fa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3202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94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Anggota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291840"/>
            <a:ext cx="4206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pendaftaran dengan validasi + upload foto KTP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Anggota &amp; Nomor Rekening auto-generate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instan by nama, NIK, atau ID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anggota lengkap dengan riwayat transaksi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3660" y="21259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stoic-compassionate-tesla/mnt/outputs/icons/FaPiggyBa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23202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94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Simpanan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3291840"/>
            <a:ext cx="4206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jenis default: Pokok, Wajib, Sukarela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Setoran &amp; penarikan oleh teller, saldo update real-time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bunga / bagi hasil dikonfigurasi per jenis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skema konvensional dan syariah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F52103-B58E-5AB0-0E36-0ECC185CC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Pinjaman &amp; Pembiayaan, Terhitung Otomatis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pengajuan hingga angsuran — konvensional dan syariah, satu alur.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 Kelayakan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anggota dengan simpanan pokok yang berhak mengajukan.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36392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19272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02152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02152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Pinjaman Aktif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34290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cek otomatis apakah anggota sudah punya pinjaman berjalan.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07024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89904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72784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Kalkulasi Otomatis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2784" y="34290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Anuitas (konvensional) atau flat margin Murabahah (syariah).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77656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60536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43416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43416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Pembayaran &amp; Update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43416" y="34290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Cicilan tercatat, sisa hutang dan KOL ter-recalculate otomatis.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/sessions/stoic-compassionate-tesla/mnt/outputs/icons/Fa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37210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00200" y="5029200"/>
            <a:ext cx="97228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skema pembiayaan dalam satu produk:  </a:t>
            </a: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Anuitas untuk koperasi konvensional, dan flat margin akad Murabahah untuk koperasi syariah — dipilih per konfigurasi jenis pembiayaan.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C32526F-1496-24C6-4722-2078180C1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 Dini Tunggakan, Sebelum Jadi Masalah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Kategorisasi KOL otomatis mengikuti ketentuan OJK — recalculate tiap pembayaran + cron harian 00:05 WIB.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9728" cy="786384"/>
          </a:xfrm>
          <a:prstGeom prst="round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237744" cy="23774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06240" y="178308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 hari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0" y="1783080"/>
            <a:ext cx="52422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tindakan khusus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109728" cy="786384"/>
          </a:xfrm>
          <a:prstGeom prst="roundRect">
            <a:avLst/>
          </a:prstGeom>
          <a:solidFill>
            <a:srgbClr val="D9A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2916936"/>
            <a:ext cx="237744" cy="237744"/>
          </a:xfrm>
          <a:prstGeom prst="ellipse">
            <a:avLst/>
          </a:prstGeom>
          <a:solidFill>
            <a:srgbClr val="D9A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2642616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DALAM PERHATIAN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206240" y="2642616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– 90 hari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2642616"/>
            <a:ext cx="52422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 untuk monitoring, email ke manajer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109728" cy="786384"/>
          </a:xfrm>
          <a:prstGeom prst="round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8680" y="3776472"/>
            <a:ext cx="237744" cy="237744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0160" y="3502152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KURANG LANCAR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206240" y="3502152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– 120 hari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26480" y="3502152"/>
            <a:ext cx="52422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pinjaman baru dibatasi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61688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361688"/>
            <a:ext cx="109728" cy="786384"/>
          </a:xfrm>
          <a:prstGeom prst="round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" y="4636008"/>
            <a:ext cx="237744" cy="237744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0160" y="4361688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DIRAGUKAN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206240" y="4361688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– 180 hari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26480" y="4361688"/>
            <a:ext cx="52422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 ke manajer, email ke kontak anggota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21224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5221224"/>
            <a:ext cx="109728" cy="786384"/>
          </a:xfrm>
          <a:prstGeom prst="roundRect">
            <a:avLst/>
          </a:prstGeom>
          <a:solidFill>
            <a:srgbClr val="8E2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8680" y="5495544"/>
            <a:ext cx="237744" cy="237744"/>
          </a:xfrm>
          <a:prstGeom prst="ellipse">
            <a:avLst/>
          </a:prstGeom>
          <a:solidFill>
            <a:srgbClr val="8E2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0160" y="5221224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206240" y="5221224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180 hari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26480" y="5221224"/>
            <a:ext cx="52422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dashboard, seluruh transaksi dibatasi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03C8FF7-AA3B-2B13-4FC5-10FF01D5A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Keuangan, RAT &amp; Kepatuhan SAK 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untuk audit, siap untuk Rapat Anggota Tahunan.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5820" y="21259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stoic-compassionate-tesla/mnt/outputs/icons/FaFilePd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3202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Keuangan &amp; RAT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291840"/>
            <a:ext cx="4206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fleksibel: rentang tanggal, bulanan, tahunan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dengan header logo, nama &amp; alamat koperasi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otomatis: nama koperasi + nomor halaman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pelaporan konvensional dan syariah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3660" y="21259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stoic-compassionate-tesla/mnt/outputs/icons/FaLand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23202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Akun (COA)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3291840"/>
            <a:ext cx="4206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Bagan akun hierarkis, kode ter-prefiks kategori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20 akun standar — isi otomatis 1 klik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transaksi ke akun debit/kredit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 Permenkop UKM No. 2/2024 (SAK EP)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Konfigurasi Akun adalah add-on berbayar terpisah (modul "accounting") — mesin jurnal otomatis &amp; laporan Neraca/SHU penuh berada di fase pengembangan berikutnya.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A1203C-02FD-F3A5-C231-9797E47CC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Dibangun untuk Skala dan Keamanan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performa dan arsitektur yang siap tumbuh bersama jaringan koperasi Anda.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3748" y="2011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3441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3748" y="22677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06628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uptime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66948" y="2011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3441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66948" y="22677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 detik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49828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muat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0148" y="2011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3441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0148" y="22677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93028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 didukung arsitektur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53348" y="2011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3441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53348" y="22677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36228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per koperasi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" y="441198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/sessions/stoic-compassionate-tesla/mnt/outputs/icons/Fa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560570"/>
            <a:ext cx="297180" cy="2971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251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di-hash bcrypt (cost ≥ 12), token httpOnly cookie, HTTPS wajib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74820" y="441198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/sessions/stoic-compassionate-tesla/mnt/outputs/icons/Fa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410" y="456057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83480" y="4251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data row-level per tenant, rate limiting pada endpoint login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932420" y="441198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/sessions/stoic-compassionate-tesla/mnt/outputs/icons/FaLayerGro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1010" y="4560570"/>
            <a:ext cx="297180" cy="2971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41080" y="4251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multi-tenant, backup database harian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1BB77A-CF4C-5F54-7092-82E1610F9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Paket Modular — Sesuai Kebutuhan &amp; Anggaran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mengatur setiap paket secara granular, bukan sekadar buka/tutup modul.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9156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6044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stoic-compassionate-tesla/mnt/outputs/icons/FaPuzzlePie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20" y="21808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9276" y="19933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Aktif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3476" y="27249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modul mana yang tersedia untuk tiap tier paket.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35628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82516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stoic-compassionate-tesla/mnt/outputs/icons/Fa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392" y="21808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5748" y="19933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User &amp; Anggota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09948" y="27249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Kuota maksimum user dan anggota per koperasi, per paket.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1210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58988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sessions/stoic-compassionate-tesla/mnt/outputs/icons/FaPiggyBa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864" y="21808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2220" y="19933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Simpanan Custom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86420" y="27249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jenis simpanan default selalu aktif; kuota simpanan custom tambahan diatur per paket (kosong = tak terbatas).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59156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6044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sessions/stoic-compassionate-tesla/mnt/outputs/icons/FaPalet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920" y="43296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9276" y="4142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Whitelabel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33476" y="48737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warna, domain kustom, dan identitas pengirim email — fitur premium yang bisa diaktifkan per paket.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35628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82516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sessions/stoic-compassionate-tesla/mnt/outputs/icons/FaLandmar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392" y="43296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5748" y="4142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Akuntansi (Add-on)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609948" y="48737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Akun (COA) sebagai modul berbayar terpisah, sesuai kebutuhan kepatuhan SAK EP koperasi.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11210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58988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sessions/stoic-compassionate-tesla/mnt/outputs/icons/FaLayerGrou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864" y="43296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2220" y="4142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Downgrade Aman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86420" y="48737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melebihi kuota tidak dihapus — dibekukan (read-only) dan otomatis aktif kembali saat naik paket.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BBD6775-0691-76DC-4B61-4636F75117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Koperasi Memilih SISKOP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toic-compassionate-tesla/mnt/outputs/icons/FaHandshak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3278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904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Konvensional &amp; Syariah dalam satu produk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17320" y="18562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dua sistem berbeda untuk melayani jenis koperasi yang berbeda.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" y="2487168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stoic-compassionate-tesla/mnt/outputs/icons/FaChartLin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64718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4048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 dini KOL, otomatis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17320" y="27706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Kategorisasi tunggakan mengikuti standar OJK, recalculate tiap hari.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4360" y="3401568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sessions/stoic-compassionate-tesla/mnt/outputs/icons/FaLandmar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5615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3192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Kepatuhan SAK EP siap pakai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17320" y="3685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Bagan akun dan pemetaan transaksi selaras Permenkop UKM No. 2/2024.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4315968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sessions/stoic-compassionate-tesla/mnt/outputs/icons/FaClock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47598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2336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di bawah 30 menit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417320" y="45994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 koperasi baru, subdomain otomatis, langsung operasional.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275320" y="1508760"/>
            <a:ext cx="3337560" cy="365760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9532620" y="18745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/sessions/stoic-compassionate-tesla/mnt/outputs/icons/FaRock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360" y="20802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820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 Lihat Demo?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8595360" y="33832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tim kami untuk sesi demo langsung dan diskusi paket yang sesuai koperasi Anda.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595360" y="4251960"/>
            <a:ext cx="269748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859536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info@inovasijayakarsa.id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SISKOP · CV Inovasi Jaya Karsa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F8464E2-A5A2-2103-AAAC-CF34842934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5011" y="-119149"/>
            <a:ext cx="1399309" cy="1399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1170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rizky elaristiawan</cp:lastModifiedBy>
  <cp:revision>1</cp:revision>
  <dcterms:created xsi:type="dcterms:W3CDTF">2026-07-22T06:49:18Z</dcterms:created>
  <dcterms:modified xsi:type="dcterms:W3CDTF">2026-07-22T07:46:53Z</dcterms:modified>
</cp:coreProperties>
</file>